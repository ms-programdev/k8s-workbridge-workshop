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Alexandria Semi Bold" panose="020B0604020202020204" charset="-78"/>
      <p:regular r:id="rId12"/>
    </p:embeddedFont>
    <p:embeddedFont>
      <p:font typeface="Sora Light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633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15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1030129"/>
            <a:ext cx="5269706" cy="29784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37841" y="983813"/>
            <a:ext cx="1855351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58309" y="4548783"/>
            <a:ext cx="762738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WorkBridge: Organizational Social Network</a:t>
            </a:r>
            <a:endParaRPr lang="en-US" sz="4250" dirty="0"/>
          </a:p>
        </p:txBody>
      </p:sp>
      <p:sp>
        <p:nvSpPr>
          <p:cNvPr id="6" name="Text 2"/>
          <p:cNvSpPr/>
          <p:nvPr/>
        </p:nvSpPr>
        <p:spPr>
          <a:xfrm>
            <a:off x="758309" y="6211491"/>
            <a:ext cx="7627382" cy="658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 unified workplace collaboration platform by Maor Sapo, Roy Har Zion, and Shai Yona.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58309" y="7101602"/>
            <a:ext cx="7627382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WorkBridge simplifies communication and builds stronger communities.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96459"/>
            <a:ext cx="607302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WorkBridge?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23408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948726" y="2308503"/>
            <a:ext cx="300751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Centralized Platform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2794635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WorkBridge simplifies organizational communication, collaboration, and community-building in one place.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921323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8726" y="39957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48726" y="448187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Organizational Feed for announcements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948726" y="4904303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Private &amp; Group Chats with history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948726" y="5326737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Team Spaces for professional and social groups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948726" y="5749171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Seamless Meeting Integration with Google Calendar and Zoom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244709" y="6686312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integrates existing tools, providing an intuitive, unified interface.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58309" y="2213491"/>
            <a:ext cx="1235749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Problem: Fragmented Communication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58309" y="325112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3281065"/>
            <a:ext cx="342067" cy="4275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2326" y="33255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Scattered Tools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462326" y="381166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WhatsApp for quick chats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62326" y="4234101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Slack or Email for teams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462326" y="4656534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Google Calendar &amp; Zoom for meetings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62326" y="5078968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Google Drive for documents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450574" y="325112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262" y="3281065"/>
            <a:ext cx="342067" cy="4275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4591" y="33255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Consequences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154591" y="3811667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Frequent platform switching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154591" y="4234101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 single overview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154591" y="4656534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Disconnected people and tasks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154591" y="5078968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Difficult onboarding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58309" y="566939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fragmentation reduces efficiency and causes disconnect within organizations.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5909" y="789980"/>
            <a:ext cx="94561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The Solution: WorkBridge Unification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909" y="2540318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15909" y="32985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Centralized Feed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415909" y="3784640"/>
            <a:ext cx="45927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See updates across teams and the whole organization.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9374" y="2540318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79374" y="329850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Persistent Chat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9279374" y="3784640"/>
            <a:ext cx="45927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chat with full message history.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909" y="4911328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15909" y="56695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Structured Groups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4415909" y="6155650"/>
            <a:ext cx="45927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 departments, projects, or interest-based communities.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9374" y="4911328"/>
            <a:ext cx="541615" cy="5416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79374" y="56695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Integrated Tools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9279374" y="6155650"/>
            <a:ext cx="45927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Calendar, Zoom, and shared resources all in one place.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4415909" y="7092791"/>
            <a:ext cx="94561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WorkBridge delivers less distraction, better connection, and more clarity.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94861"/>
            <a:ext cx="597038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 is Kubernetes?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1832491"/>
            <a:ext cx="541615" cy="541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4709" y="25906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44709" y="3076813"/>
            <a:ext cx="36783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Automatic scaling as needed.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74" y="1832491"/>
            <a:ext cx="541615" cy="5416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193774" y="25906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High Availability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193774" y="3076813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Multi-pod deployments with health checks.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09" y="4203502"/>
            <a:ext cx="541615" cy="5416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4709" y="4961692"/>
            <a:ext cx="33400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Resource Management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6244709" y="5447824"/>
            <a:ext cx="3678317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Efficient allocation for optimal performance.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3774" y="4203502"/>
            <a:ext cx="541615" cy="5416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93774" y="4961692"/>
            <a:ext cx="367831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Environment Management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193774" y="5804059"/>
            <a:ext cx="3678317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Secure, isolated environments.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6244709" y="6394490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Kubernetes is an open-source system for automating deployment, scaling, and management of containerized applications. It enhances our platform's reliability.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37298"/>
            <a:ext cx="1230725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Kubernetes and WorkBridge Microservices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303621" y="28034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289578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identity and access.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14690" y="2909709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637" y="3028176"/>
            <a:ext cx="243721" cy="3046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75946" y="24704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Chat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75946" y="2956560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Messaging functionality.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590294" y="2267724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241" y="2386191"/>
            <a:ext cx="243721" cy="3046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84293" y="3802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Media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584293" y="4288750"/>
            <a:ext cx="428779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File sharing and uploads.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811280" y="3948291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0227" y="4066758"/>
            <a:ext cx="243721" cy="30468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475946" y="51349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9475946" y="5621060"/>
            <a:ext cx="43961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interface.</a:t>
            </a:r>
            <a:endParaRPr lang="en-US" sz="17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7590294" y="5628858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9241" y="5747325"/>
            <a:ext cx="243721" cy="304681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303621" y="48017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758309" y="5287923"/>
            <a:ext cx="439602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Data persistence.</a:t>
            </a:r>
            <a:endParaRPr lang="en-US" sz="17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9256" y="2383274"/>
            <a:ext cx="3671768" cy="3671768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5614690" y="4986873"/>
            <a:ext cx="541615" cy="541615"/>
          </a:xfrm>
          <a:prstGeom prst="roundRect">
            <a:avLst>
              <a:gd name="adj" fmla="val 1686596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3637" y="5105340"/>
            <a:ext cx="243721" cy="304681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58309" y="6298763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WorkBridge leverages Kubernetes to manage its modular microservices architecture. This design ensures robust performance and seamless updates.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58309" y="79962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Technologies</a:t>
            </a:r>
            <a:endParaRPr lang="en-US" sz="4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1837253"/>
            <a:ext cx="541615" cy="54161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8309" y="25954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FastAPI (Python)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58309" y="3081576"/>
            <a:ext cx="307538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Ensures speed and type safety for our API.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4442" y="1837253"/>
            <a:ext cx="541615" cy="5416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04442" y="25954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PostgreSQL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4104442" y="3081576"/>
            <a:ext cx="30753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Provides reliable ACID transactions for data integrity.</a:t>
            </a:r>
            <a:endParaRPr lang="en-US" sz="17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0574" y="1837253"/>
            <a:ext cx="541615" cy="5416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50574" y="259544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SQLAlchemy ORM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450574" y="3081576"/>
            <a:ext cx="30753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Connects Python objects to SQL queries for development efficiency.</a:t>
            </a:r>
            <a:endParaRPr lang="en-US" sz="17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6707" y="1837253"/>
            <a:ext cx="541615" cy="54161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796707" y="2595443"/>
            <a:ext cx="28948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JWT Authentication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0796707" y="3081576"/>
            <a:ext cx="30753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Offers stateless and scalable user authentication.</a:t>
            </a:r>
            <a:endParaRPr lang="en-US" sz="17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309" y="4554974"/>
            <a:ext cx="541615" cy="541615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58309" y="5313164"/>
            <a:ext cx="304049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Docker &amp; Kubernetes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758309" y="5799296"/>
            <a:ext cx="307538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Containerization and orchestration for robust service deployment.</a:t>
            </a:r>
            <a:endParaRPr lang="en-US" sz="1700" dirty="0"/>
          </a:p>
        </p:txBody>
      </p:sp>
      <p:sp>
        <p:nvSpPr>
          <p:cNvPr id="20" name="Text 12"/>
          <p:cNvSpPr/>
          <p:nvPr/>
        </p:nvSpPr>
        <p:spPr>
          <a:xfrm>
            <a:off x="758309" y="7083147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Our tech stack is chosen for performance, scalability, and maintainability.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845582"/>
            <a:ext cx="6303050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Project Status &amp; Next Steps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439614" y="1675567"/>
            <a:ext cx="22860" cy="523625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611719" y="1859042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44650" y="1675567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02752" y="1699439"/>
            <a:ext cx="27360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306270" y="1735098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What's Done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306270" y="2124194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Auth flow end-to-end (FastAPI + React)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06270" y="2462093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DB schema for users &amp; chat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06270" y="2799993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Basic React pages: login, dashboard, chat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06270" y="3137892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Initial chat endpoint + UI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1719" y="3945255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44650" y="3761780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02752" y="3785652"/>
            <a:ext cx="27360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7306270" y="3821311"/>
            <a:ext cx="2826544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Must-Have (Before Final)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7306270" y="4210407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Full UI for messages &amp; group management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306270" y="4548307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Organizational Feed (backend + frontend)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306270" y="4886206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Kubernetes deployment setup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306270" y="5224105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Add real-time messaging support (WebSocket)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611719" y="6031468"/>
            <a:ext cx="519946" cy="22860"/>
          </a:xfrm>
          <a:prstGeom prst="roundRect">
            <a:avLst>
              <a:gd name="adj" fmla="val 318454"/>
            </a:avLst>
          </a:prstGeom>
          <a:solidFill>
            <a:srgbClr val="BBC2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244650" y="5847993"/>
            <a:ext cx="389930" cy="389930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02752" y="5871865"/>
            <a:ext cx="273606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7306270" y="5907524"/>
            <a:ext cx="228064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Nice-to-Have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7306270" y="6296620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File sharing per group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306270" y="6634520"/>
            <a:ext cx="6565821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Offline read-only mode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244709" y="7106722"/>
            <a:ext cx="7627382" cy="27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have a solid foundation and clear steps for completion and future enhancements.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027884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06551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97" y="5095458"/>
            <a:ext cx="342067" cy="4275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2326" y="51399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Our Vision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462326" y="5626060"/>
            <a:ext cx="348674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Unified workplace collaboration.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219819" y="506551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507" y="5095458"/>
            <a:ext cx="342067" cy="4275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23836" y="513992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User Experience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23836" y="5626060"/>
            <a:ext cx="34867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Intuitive and efficient design.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9681329" y="506551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4017" y="5095458"/>
            <a:ext cx="342067" cy="427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85346" y="5139928"/>
            <a:ext cx="311836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Technical Foundation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385346" y="5626060"/>
            <a:ext cx="348674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Built to scale reliably.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758309" y="6563201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aim to transform workplace interaction.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499</Words>
  <Application>Microsoft Office PowerPoint</Application>
  <PresentationFormat>Custom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Alexandria Semi Bold</vt:lpstr>
      <vt:lpstr>Sora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 Yona</cp:lastModifiedBy>
  <cp:revision>2</cp:revision>
  <dcterms:created xsi:type="dcterms:W3CDTF">2025-06-05T14:16:51Z</dcterms:created>
  <dcterms:modified xsi:type="dcterms:W3CDTF">2025-06-05T14:19:26Z</dcterms:modified>
</cp:coreProperties>
</file>