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rimson Pro Semi Bold" panose="020B0604020202020204" charset="0"/>
      <p:regular r:id="rId12"/>
    </p:embeddedFont>
    <p:embeddedFont>
      <p:font typeface="Heebo" pitchFamily="2" charset="-79"/>
      <p:regular r:id="rId13"/>
    </p:embeddedFont>
  </p:embeddedFont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51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WorkBridge: Organizational Social Network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Unified workplace collaboration platform by Maor Sapo, Roy Har Zion, and Shai Yona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737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226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16515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200519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Single-function applications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404526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Most tools focus on one feature only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713803" y="312265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74" y="3165158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50919" y="3200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Tool fragmentation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50919" y="3690938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Teams juggle email, messaging apps, and more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2247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267206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302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Growth limitations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7929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Existing solutions break down as companies expand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Solution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3099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All-in-one platform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23099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Essential tools unified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2743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Workplace-focused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27433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 for team collaboration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Kubernetes-powered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29626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Scales with your organization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991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is Kubernetes?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04811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84190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333232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Automatic scaling as needed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93" y="204811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7093" y="2841903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High Availability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3407093" y="333232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Multi-pod deployments with health checks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0395" y="204811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20395" y="284190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Resource Management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020395" y="3686651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Efficient allocation for optimal performance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866084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3790" y="5659874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Environment Management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93790" y="650462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Secure, isolated environments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8092"/>
            <a:ext cx="79833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Kubernetes and WorkBridge microservices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57970"/>
            <a:ext cx="907256" cy="1088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3223" y="203942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Authentication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973223" y="2431733"/>
            <a:ext cx="118633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identity and access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46678"/>
            <a:ext cx="907256" cy="10887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73223" y="312812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Chat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973223" y="3520440"/>
            <a:ext cx="118633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Messaging functionality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35385"/>
            <a:ext cx="907256" cy="10887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73223" y="421683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Media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973223" y="4609148"/>
            <a:ext cx="118633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File sharing and uploads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124093"/>
            <a:ext cx="907256" cy="10887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73223" y="53055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973223" y="5697855"/>
            <a:ext cx="118633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interface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212800"/>
            <a:ext cx="907256" cy="10887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73223" y="639425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973223" y="6786562"/>
            <a:ext cx="1186338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persistence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17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Technologies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680692"/>
            <a:ext cx="75564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2"/>
          <p:cNvSpPr/>
          <p:nvPr/>
        </p:nvSpPr>
        <p:spPr>
          <a:xfrm>
            <a:off x="801410" y="2688312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1028224" y="283202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FastAPI (Python)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83202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Speed and type safety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338632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1028224" y="348234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48234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ACID transactions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398895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1028224" y="413265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SQLAlchemy ORM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413265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objects vs SQL queries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801410" y="4639270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2"/>
          <p:cNvSpPr/>
          <p:nvPr/>
        </p:nvSpPr>
        <p:spPr>
          <a:xfrm>
            <a:off x="10282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 Authentication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02624" y="4782979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Stateless and scalable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528959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5"/>
          <p:cNvSpPr/>
          <p:nvPr/>
        </p:nvSpPr>
        <p:spPr>
          <a:xfrm>
            <a:off x="1028224" y="54332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Docker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802624" y="54332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Service containerization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801410" y="5939909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8"/>
          <p:cNvSpPr/>
          <p:nvPr/>
        </p:nvSpPr>
        <p:spPr>
          <a:xfrm>
            <a:off x="1028224" y="608361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Kubernetes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4802624" y="608361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Container orchestration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87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Current Status (Done)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3653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5" name="Text 2"/>
          <p:cNvSpPr/>
          <p:nvPr/>
        </p:nvSpPr>
        <p:spPr>
          <a:xfrm>
            <a:off x="1020604" y="4863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5376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JWT-based secure login system completed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4636532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7655481" y="48633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Management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55481" y="535376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Profiles and registration functionality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17029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1020604" y="6397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Messaging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887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Group and private chat endpoints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667" y="6170295"/>
            <a:ext cx="6408063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1"/>
          <p:cNvSpPr/>
          <p:nvPr/>
        </p:nvSpPr>
        <p:spPr>
          <a:xfrm>
            <a:off x="7655481" y="6397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55481" y="688752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React UI components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Work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Nice to Have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33532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Polls and organizational calendar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536400"/>
            <a:ext cx="318968" cy="318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22882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Must Have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22882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Kubernetes integration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27649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Must Have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27649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Websocket implementation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10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3412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8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7752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Unified workplace collaboration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533412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38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87752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Intuitive and efficient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533412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387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Foundation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87752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Built to scale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4955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221</Words>
  <Application>Microsoft Office PowerPoint</Application>
  <PresentationFormat>Custom</PresentationFormat>
  <Paragraphs>82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Heebo</vt:lpstr>
      <vt:lpstr>Crimson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 Yona</cp:lastModifiedBy>
  <cp:revision>2</cp:revision>
  <dcterms:created xsi:type="dcterms:W3CDTF">2025-06-05T13:16:28Z</dcterms:created>
  <dcterms:modified xsi:type="dcterms:W3CDTF">2025-06-05T13:24:51Z</dcterms:modified>
</cp:coreProperties>
</file>