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2" r:id="rId10"/>
    <p:sldId id="264" r:id="rId11"/>
  </p:sldIdLst>
  <p:sldSz cx="14630400" cy="8229600"/>
  <p:notesSz cx="8229600" cy="14630400"/>
  <p:embeddedFontLst>
    <p:embeddedFont>
      <p:font typeface="Alexandria Semi Bold" panose="020B0604020202020204" charset="-78"/>
      <p:regular r:id="rId13"/>
    </p:embeddedFont>
    <p:embeddedFont>
      <p:font typeface="Crimson Pro Semi Bold" panose="020B0604020202020204" charset="0"/>
      <p:regular r:id="rId14"/>
    </p:embeddedFont>
    <p:embeddedFont>
      <p:font typeface="Heebo" pitchFamily="2" charset="-79"/>
      <p:regular r:id="rId15"/>
    </p:embeddedFont>
    <p:embeddedFont>
      <p:font typeface="Sora Light" panose="020B0604020202020204" charset="0"/>
      <p:regular r:id="rId16"/>
    </p:embeddedFont>
  </p:embeddedFontLst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8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6765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1030129"/>
            <a:ext cx="5269706" cy="29784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37841" y="983813"/>
            <a:ext cx="1855351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758309" y="4548783"/>
            <a:ext cx="7627382" cy="1353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WorkBridge: Organizational Social Network</a:t>
            </a:r>
            <a:endParaRPr lang="en-US" sz="4250" dirty="0"/>
          </a:p>
        </p:txBody>
      </p:sp>
      <p:sp>
        <p:nvSpPr>
          <p:cNvPr id="6" name="Text 2"/>
          <p:cNvSpPr/>
          <p:nvPr/>
        </p:nvSpPr>
        <p:spPr>
          <a:xfrm>
            <a:off x="758309" y="6211491"/>
            <a:ext cx="7627382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unified workplace collaboration platform by Maor Sapo, Roy Har Zion, and Shai Yona.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58309" y="7101602"/>
            <a:ext cx="7627382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WorkBridge simplifies communication and builds stronger communities.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196459"/>
            <a:ext cx="607302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What is WorkBridge?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23408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397" y="2264033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48726" y="2308503"/>
            <a:ext cx="300751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Centralized Platform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948726" y="2794635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WorkBridge simplifies organizational communication, collaboration, and community-building in one place.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6244709" y="3921323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7397" y="3951268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48726" y="39957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6948726" y="4481870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Organizational Feed for announcements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6948726" y="4904303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Private &amp; Group Chats with history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6948726" y="5326737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Team Spaces for professional and social groups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948726" y="5749171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Seamless Meeting Integration with Google Calendar and Zoom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244709" y="6686312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It integrates existing tools, providing an intuitive, unified interface.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>
              <a:alpha val="8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1"/>
          <p:cNvSpPr/>
          <p:nvPr/>
        </p:nvSpPr>
        <p:spPr>
          <a:xfrm>
            <a:off x="758309" y="2213491"/>
            <a:ext cx="1235749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Problem: Fragmented Communication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58309" y="325112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3281065"/>
            <a:ext cx="342067" cy="4275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2326" y="33255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Scattered Tools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462326" y="3811667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WhatsApp for quick chats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462326" y="4234101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Slack or Email for teams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462326" y="4656534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Google Calendar &amp; Zoom for meetings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462326" y="5078968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Google Drive for documents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450574" y="325112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3262" y="3281065"/>
            <a:ext cx="342067" cy="42755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4591" y="33255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Consequences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154591" y="3811667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Frequent platform switching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154591" y="4234101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 single overview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154591" y="4656534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Disconnected people and tasks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154591" y="5078968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Difficult onboarding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758309" y="5669399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fragmentation reduces efficiency and causes disconnect within organizations.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5909" y="789980"/>
            <a:ext cx="94561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Solution: WorkBridge Unification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909" y="2540318"/>
            <a:ext cx="541615" cy="5416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15909" y="32985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Centralized Feed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415909" y="3784640"/>
            <a:ext cx="45927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See updates across teams and the whole organization.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9374" y="2540318"/>
            <a:ext cx="541615" cy="5416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79374" y="32985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Persistent Chat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9279374" y="3784640"/>
            <a:ext cx="45927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chat with full message history.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5909" y="4911328"/>
            <a:ext cx="541615" cy="5416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15909" y="56695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Structured Groups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4415909" y="6155650"/>
            <a:ext cx="45927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For departments, projects, or interest-based communities.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9374" y="4911328"/>
            <a:ext cx="541615" cy="5416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279374" y="56695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Integrated Tools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9279374" y="6155650"/>
            <a:ext cx="45927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Calendar, Zoom, and shared resources all in one place.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4415909" y="7092791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WorkBridge delivers less distraction, better connection, and more clarity.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141571"/>
            <a:ext cx="597038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What is Kubernetes?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2179201"/>
            <a:ext cx="541615" cy="5416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44709" y="293739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44709" y="3423523"/>
            <a:ext cx="36783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Automatic scaling as needed.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3774" y="2179201"/>
            <a:ext cx="541615" cy="5416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193774" y="293739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High Availability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193774" y="3423523"/>
            <a:ext cx="36783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Multi-pod deployments with health checks.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09" y="4550212"/>
            <a:ext cx="541615" cy="5416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44709" y="5308402"/>
            <a:ext cx="334006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Resource Management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244709" y="5794534"/>
            <a:ext cx="36783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Efficient allocation for optimal performance.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3774" y="4550212"/>
            <a:ext cx="541615" cy="5416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193774" y="5308402"/>
            <a:ext cx="367831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Environment Management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193774" y="6150769"/>
            <a:ext cx="36783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Secure, isolated environments.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6244709" y="674120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37298"/>
            <a:ext cx="1230725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Kubernetes and WorkBridge Microservices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03621" y="280344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Authentication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289578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identity and access.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56" y="2383274"/>
            <a:ext cx="3671768" cy="3671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14690" y="290970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3637" y="3028176"/>
            <a:ext cx="243721" cy="3046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75946" y="24704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Chat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475946" y="2956560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Messaging functionality.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256" y="2383274"/>
            <a:ext cx="3671768" cy="36717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590294" y="2267724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9241" y="2386191"/>
            <a:ext cx="243721" cy="3046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84293" y="38026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Media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584293" y="4288750"/>
            <a:ext cx="428779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File sharing and uploads.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256" y="2383274"/>
            <a:ext cx="3671768" cy="36717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811280" y="3948291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0227" y="4066758"/>
            <a:ext cx="243721" cy="3046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475946" y="51349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9475946" y="5621060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interface.</a:t>
            </a:r>
            <a:endParaRPr lang="en-US" sz="17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9256" y="2383274"/>
            <a:ext cx="3671768" cy="367176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7590294" y="5628858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9241" y="5747325"/>
            <a:ext cx="243721" cy="304681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2303621" y="480179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Database</a:t>
            </a:r>
            <a:endParaRPr lang="en-US" sz="2200" dirty="0"/>
          </a:p>
        </p:txBody>
      </p:sp>
      <p:sp>
        <p:nvSpPr>
          <p:cNvPr id="24" name="Text 14"/>
          <p:cNvSpPr/>
          <p:nvPr/>
        </p:nvSpPr>
        <p:spPr>
          <a:xfrm>
            <a:off x="758309" y="5287923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persistence.</a:t>
            </a:r>
            <a:endParaRPr lang="en-US" sz="17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79256" y="2383274"/>
            <a:ext cx="3671768" cy="3671768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5614690" y="498687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63637" y="5105340"/>
            <a:ext cx="243721" cy="304681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58309" y="6298763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 manage these services, we containerized each one using Docker and with Kubernetes we are able to Deploy each service in its own pod, so they run independently.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317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Technologies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80692"/>
            <a:ext cx="75564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2"/>
          <p:cNvSpPr/>
          <p:nvPr/>
        </p:nvSpPr>
        <p:spPr>
          <a:xfrm>
            <a:off x="801410" y="2688312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3"/>
          <p:cNvSpPr/>
          <p:nvPr/>
        </p:nvSpPr>
        <p:spPr>
          <a:xfrm>
            <a:off x="1028224" y="2832021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FastAPI (Python)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2624" y="2832021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Speed and type safety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3338632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1028224" y="348234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PostgreSQL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02624" y="348234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ACID transactions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1410" y="3988951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9"/>
          <p:cNvSpPr/>
          <p:nvPr/>
        </p:nvSpPr>
        <p:spPr>
          <a:xfrm>
            <a:off x="1028224" y="413265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SQLAlchemy ORM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2624" y="413265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 objects vs SQL queries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801410" y="4639270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2"/>
          <p:cNvSpPr/>
          <p:nvPr/>
        </p:nvSpPr>
        <p:spPr>
          <a:xfrm>
            <a:off x="1028224" y="478297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JWT Authentication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802624" y="478297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Stateless and scalable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801410" y="5289590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5"/>
          <p:cNvSpPr/>
          <p:nvPr/>
        </p:nvSpPr>
        <p:spPr>
          <a:xfrm>
            <a:off x="1028224" y="543329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Docker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4802624" y="543329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Service containerization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801410" y="5939909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8"/>
          <p:cNvSpPr/>
          <p:nvPr/>
        </p:nvSpPr>
        <p:spPr>
          <a:xfrm>
            <a:off x="1028224" y="608361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Kubernetes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4802624" y="608361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Container orchestration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3969279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845582"/>
            <a:ext cx="6303050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Project Status &amp; Next Steps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439614" y="1675567"/>
            <a:ext cx="22860" cy="5236250"/>
          </a:xfrm>
          <a:prstGeom prst="roundRect">
            <a:avLst>
              <a:gd name="adj" fmla="val 318454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Shape 2"/>
          <p:cNvSpPr/>
          <p:nvPr/>
        </p:nvSpPr>
        <p:spPr>
          <a:xfrm>
            <a:off x="6611719" y="1859042"/>
            <a:ext cx="519946" cy="22860"/>
          </a:xfrm>
          <a:prstGeom prst="roundRect">
            <a:avLst>
              <a:gd name="adj" fmla="val 318454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Shape 3"/>
          <p:cNvSpPr/>
          <p:nvPr/>
        </p:nvSpPr>
        <p:spPr>
          <a:xfrm>
            <a:off x="6244650" y="1675567"/>
            <a:ext cx="389930" cy="389930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/>
          <p:nvPr/>
        </p:nvSpPr>
        <p:spPr>
          <a:xfrm>
            <a:off x="6302752" y="1699439"/>
            <a:ext cx="273606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7306270" y="1735098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What's Done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306270" y="2124194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Auth flow end-to-end (FastAPI + React)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06270" y="2462093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DB schema for users &amp; chat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06270" y="2799993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Basic React pages: login, dashboard, chat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306270" y="3137892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Initial chat endpoint + UI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11719" y="3945255"/>
            <a:ext cx="519946" cy="22860"/>
          </a:xfrm>
          <a:prstGeom prst="roundRect">
            <a:avLst>
              <a:gd name="adj" fmla="val 318454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Shape 11"/>
          <p:cNvSpPr/>
          <p:nvPr/>
        </p:nvSpPr>
        <p:spPr>
          <a:xfrm>
            <a:off x="6244650" y="3761780"/>
            <a:ext cx="389930" cy="389930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2"/>
          <p:cNvSpPr/>
          <p:nvPr/>
        </p:nvSpPr>
        <p:spPr>
          <a:xfrm>
            <a:off x="6302752" y="3785652"/>
            <a:ext cx="273606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7306270" y="3821311"/>
            <a:ext cx="2826544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Must-Have (Before Final)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306270" y="4210407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Full UI for messages &amp; group management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306270" y="4548307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Organizational Feed (backend + frontend)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306270" y="4886206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Kubernetes deployment setup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306270" y="5224105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Add real-time messaging support (WebSocket)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611719" y="6031468"/>
            <a:ext cx="519946" cy="22860"/>
          </a:xfrm>
          <a:prstGeom prst="roundRect">
            <a:avLst>
              <a:gd name="adj" fmla="val 318454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Shape 19"/>
          <p:cNvSpPr/>
          <p:nvPr/>
        </p:nvSpPr>
        <p:spPr>
          <a:xfrm>
            <a:off x="6244650" y="5847993"/>
            <a:ext cx="389930" cy="389930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0"/>
          <p:cNvSpPr/>
          <p:nvPr/>
        </p:nvSpPr>
        <p:spPr>
          <a:xfrm>
            <a:off x="6302752" y="5871865"/>
            <a:ext cx="273606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150" dirty="0"/>
          </a:p>
        </p:txBody>
      </p:sp>
      <p:sp>
        <p:nvSpPr>
          <p:cNvPr id="24" name="Text 21"/>
          <p:cNvSpPr/>
          <p:nvPr/>
        </p:nvSpPr>
        <p:spPr>
          <a:xfrm>
            <a:off x="7306270" y="5907524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Nice-to-Have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7306270" y="6296620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File sharing per group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306270" y="6634520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Offline read-only mode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244709" y="7106722"/>
            <a:ext cx="762738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 have a solid foundation and clear steps for completion and future enhancements.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375844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Demo</a:t>
            </a:r>
            <a:endParaRPr lang="en-US" sz="4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027884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506551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5095458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51399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Our Vision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462326" y="5626060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Unified workplace collaboration.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219819" y="506551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507" y="5095458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23836" y="51399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User Experience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923836" y="5626060"/>
            <a:ext cx="34867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Intuitive and efficient design.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9681329" y="506551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4017" y="5095458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85346" y="5139928"/>
            <a:ext cx="311836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Technical Foundation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385346" y="5626060"/>
            <a:ext cx="34867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Built to scale reliably.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758309" y="6563201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 aim to transform workplace interaction. Questions?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452</Words>
  <Application>Microsoft Office PowerPoint</Application>
  <PresentationFormat>Custom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Crimson Pro Semi Bold</vt:lpstr>
      <vt:lpstr>Heebo</vt:lpstr>
      <vt:lpstr>Sora Light</vt:lpstr>
      <vt:lpstr>Alexandria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Shai Yona</cp:lastModifiedBy>
  <cp:revision>5</cp:revision>
  <dcterms:created xsi:type="dcterms:W3CDTF">2025-06-05T14:24:25Z</dcterms:created>
  <dcterms:modified xsi:type="dcterms:W3CDTF">2025-06-08T08:25:12Z</dcterms:modified>
</cp:coreProperties>
</file>